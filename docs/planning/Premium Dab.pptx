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theme" Target="theme/theme1.xml"/>
<Relationship Id="rId2" Type="http://schemas.openxmlformats.org/officeDocument/2006/relationships/slideMaster" Target="slideMasters/slideMaster1.xml"/>
<Relationship Id="rId3" Type="http://schemas.openxmlformats.org/officeDocument/2006/relationships/slide" Target="slides/slide1.xml"/>
<Relationship Id="rId4" Type="http://schemas.openxmlformats.org/officeDocument/2006/relationships/slide" Target="slides/slide2.xml"/>
<Relationship Id="rId5" Type="http://schemas.openxmlformats.org/officeDocument/2006/relationships/slide" Target="slides/slide3.xml"/>
<Relationship Id="rId6" Type="http://schemas.openxmlformats.org/officeDocument/2006/relationships/slide" Target="slides/slide4.xml"/>
<Relationship Id="rId7" Type="http://schemas.openxmlformats.org/officeDocument/2006/relationships/slide" Target="slides/slide5.xml"/>
<Relationship Id="rId8" Type="http://schemas.openxmlformats.org/officeDocument/2006/relationships/slide" Target="slides/slide6.xml"/>
<Relationship Id="rId9" Type="http://schemas.openxmlformats.org/officeDocument/2006/relationships/slide" Target="slides/slide7.xml"/>
<Relationship Id="rId10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theme" Target="../theme/theme1.xml"/>
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jpeg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2.jpe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3.jpe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4.jpe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5.jpe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6.jpe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7.jpe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8.jpe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15234567"/>
          </a:xfrm>
          <a:prstGeom prst="rect">
            <a:avLst/>
          </a:prstGeom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9144000"/>
          </a:xfrm>
          <a:prstGeom prst="rect">
            <a:avLst/>
          </a:prstGeom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 amt="100000"/>
          </a:blip>
          <a:srcRect l="0" t="0" r="0" b="0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</p:spPr>
      </p:pic>
    </p:spTree>
  </p:cSld>
</p:sld>
</file>

<file path=ppt/theme/_rels/theme1.xml.rels><?xml version="1.0" encoding="UTF-8" standalone="yes"?>
<Relationships xmlns="http://schemas.openxmlformats.org/package/2006/relationships">

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